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60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&amp; Implementation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NetDrive – Crowdsensed Drive Tester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200400"/>
            <a:ext cx="2651760" cy="150876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320040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Identity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Brand, colors &amp; logo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200400"/>
            <a:ext cx="2651760" cy="150876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320040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0156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 Design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Layouts &amp; style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200400"/>
            <a:ext cx="2651760" cy="1508760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200400"/>
            <a:ext cx="54864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81928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Implementation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81928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Screens &amp; 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</a:rPr>
              <a:t>PRESENTATION OUTLINE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</a:rPr>
              <a:t>Task 5 — UI Design &amp; Implementation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60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App Identity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Brand name, logo concept, color palette, and typography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64792"/>
            <a:ext cx="54864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647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819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Visual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0939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UI style guide, screen wireframes, layout patterns, and iconography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23744"/>
            <a:ext cx="54864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2374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Frontend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8529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Implemented Flutter screens, navigation, and key components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826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82696"/>
            <a:ext cx="54864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8269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Design Decisions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6118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Rationale behind design choices for usability and UX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0416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APP IDENTITY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6459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NetDrive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Crowdsensed Drive Tester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Mobile Application  •  Group 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96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Brand Purpose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Analyzes phone network metrics for coverage and network improvement purpose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1848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18488"/>
            <a:ext cx="6400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550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Tone &amp; Voice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892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Reliable, data-driven, community-focused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27685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76856"/>
            <a:ext cx="6400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313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Target Users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551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Smartphone users, Network operators, Infrastructure providers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BRAND COLOR PALETTE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7772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86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#0D1B2A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4069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Navy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3310128"/>
            <a:ext cx="7772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3886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#028090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80160" y="4069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Teal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94560" y="3310128"/>
            <a:ext cx="7772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3886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#02C39A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94560" y="4069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Mint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3310128"/>
            <a:ext cx="77724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3886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#F4A261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08960" y="4069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Amber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3310128"/>
            <a:ext cx="777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886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#FFFFFF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23360" y="4069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White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TYPOGRAPHY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Heading: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3337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Calibri Bold  •  28–36 pt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538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Subhead: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35387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Calibri  •  18–22 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3739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Body: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7398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Calibri Light  •  12–14 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20640" y="39410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Caption: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39410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Calibri  •  10 pt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VISUAL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6459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59" y="960120"/>
            <a:ext cx="576890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76890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Onboarding / Login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Splash screen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73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Registration / Login screen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5798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Email + password fields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43762"/>
            <a:ext cx="57689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43762"/>
            <a:ext cx="576890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4376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 Dashboard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454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631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Session start 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4819" y="399081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170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Network metric </a:t>
            </a:r>
            <a:r>
              <a:rPr lang="en-US" sz="1050" dirty="0" err="1">
                <a:solidFill>
                  <a:srgbClr val="0D1B2A"/>
                </a:solidFill>
              </a:rPr>
              <a:t>dispay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8396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084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Throughput display and External &amp; Internal IP display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4819" y="459076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51556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Download format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FRONTEND IMPLEMENTATION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3774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Flutter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609344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09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Chrome emulator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103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IMPLEMENTATION HIGHLIGHTS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59" y="2395728"/>
            <a:ext cx="608280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395728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4505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Navigation Architecture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2706624"/>
            <a:ext cx="5044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Stack + Tab navigator; screens: Splash, Dashboard, Sync hub, Signal map, Security, Analytics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" y="3223260"/>
            <a:ext cx="605537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9104" y="3223260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2573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Map Integration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" y="3435141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MapView with real-time location tracking and custom heatmap tile overlays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3192" y="4047517"/>
            <a:ext cx="605537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1188" y="4047517"/>
            <a:ext cx="64008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1102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Responsive Layout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6354" y="4294405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Flexbox-based layout adapts to iOS &amp; Android screen sizes / orientations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</a:rPr>
              <a:t>UI Design &amp; Implementation — NetDrive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832104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82880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836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01  App Identity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Brand name, palette, typography, and logo concept defined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724912"/>
            <a:ext cx="832104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724912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797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02  Visual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 core screens wireframed with component annotations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621024"/>
            <a:ext cx="832104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621024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758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03  Frontend Implementation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9684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Flutter with navigation, maps (Leaflet)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Group 6  •  CEF 450  •  Weeks 9–10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350</Words>
  <Application>Microsoft Office PowerPoint</Application>
  <PresentationFormat>On-screen Show (16:9)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5: UI Design and Implementation</dc:title>
  <dc:subject>PptxGenJS Presentation</dc:subject>
  <dc:creator>PptxGenJS</dc:creator>
  <cp:lastModifiedBy>rosy</cp:lastModifiedBy>
  <cp:revision>5</cp:revision>
  <dcterms:created xsi:type="dcterms:W3CDTF">2026-06-08T14:09:20Z</dcterms:created>
  <dcterms:modified xsi:type="dcterms:W3CDTF">2026-06-08T15:07:01Z</dcterms:modified>
</cp:coreProperties>
</file>