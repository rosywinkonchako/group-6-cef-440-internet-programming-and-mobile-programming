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DM Sans" panose="020B0604020202020204" charset="0"/>
      <p:regular r:id="rId18"/>
      <p:bold r:id="rId19"/>
      <p:italic r:id="rId20"/>
      <p:boldItalic r:id="rId21"/>
    </p:embeddedFont>
    <p:embeddedFont>
      <p:font typeface="Urbanist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2EFA65-6C28-450F-81F2-EF6CB43C8481}">
  <a:tblStyle styleId="{B72EFA65-6C28-450F-81F2-EF6CB43C848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851868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DM Sans"/>
                <a:ea typeface="DM Sans"/>
                <a:cs typeface="DM Sans"/>
                <a:sym typeface="DM Sans"/>
              </a:rPr>
              <a:t>REQUIREMENT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312789"/>
            <a:ext cx="9001125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Crowdsensed DriveTest Mobile Application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986932"/>
            <a:ext cx="8572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Group 6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Task 3 Presentation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524500" y="2734567"/>
            <a:ext cx="1143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95275" y="3058417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01. Review of Gathered Requirements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96329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Analyzing technical and operational data from the user survey and research phase.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82204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18570"/>
            <a:ext cx="242887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81375" y="4518570"/>
            <a:ext cx="242887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1682204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Survey Sample: 75 Participants</a:t>
            </a:r>
            <a:endParaRPr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1275" y="1691729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000125" y="2158454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Platform Dominance: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61.3% users on Android (v14), prioritizing Android Telephony Manager API.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00125" y="2945159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The "Ghost Signal" Issue: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44% report high bars but no data; highlighting need for RSRQ/SINR metrics.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00125" y="373186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User Technical Literacy: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34% unaware of specs, requiring a fully automated sensing approach.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2196554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2983259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376996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User Survey &amp; Data Analysis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5381625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438275"/>
            <a:ext cx="5381625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32845"/>
            <a:ext cx="5381625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4432845"/>
            <a:ext cx="5381625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1781175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14400" y="231457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Power Efficiency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14400" y="2809875"/>
            <a:ext cx="46958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48% of users demand battery drain &lt;5%. We must utilize </a:t>
            </a: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Passive Sensing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and adaptive polling to maintain project feasibility.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1781175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581775" y="231457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Offline Durability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581775" y="2809875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85% report network instability. </a:t>
            </a: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SQLite local storage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is a technical necessity for the Store-and-Forward logic.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4400" y="4775745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914400" y="530914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Geotagging Logic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14400" y="5804445"/>
            <a:ext cx="46958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49% of users disable GPS. Application must implement efficient </a:t>
            </a: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Location Permission Modules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to ensure data spatial accuracy.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1775" y="477574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581775" y="530914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Privacy vs Mapping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81775" y="5804445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77% are excited for Live Maps. We must finalize </a:t>
            </a: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Device ID hashing (HMAC-SHA256)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to anonymize user data.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Technical Feasibility Analysis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62050"/>
            <a:ext cx="5381625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181100"/>
            <a:ext cx="5381625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80420"/>
            <a:ext cx="5381625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4080420"/>
            <a:ext cx="5381625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15621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914400" y="208597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Vague Definitions</a:t>
            </a:r>
            <a:endParaRPr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914399" y="2535585"/>
            <a:ext cx="469582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Terms like "Fast" and "Secure" lacked measurable criteria. </a:t>
            </a:r>
            <a:r>
              <a:rPr lang="en-US" sz="1350" b="1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Action: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Defined performance benchmarks and HTTPS/TLS 1.2+ protocols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1419225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581774" y="2083072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Missing Information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6581773" y="2650702"/>
            <a:ext cx="46958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No initial definition of </a:t>
            </a:r>
            <a:r>
              <a:rPr lang="en-US" sz="1350" b="1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User Roles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(Admin, Tester, Analyst) or Error Handling processes was found in early drafts.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4400" y="4289970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914399" y="492055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Technical Gaps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914399" y="5532090"/>
            <a:ext cx="469582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Technology stack and API integration requirements were not specified. </a:t>
            </a:r>
            <a:r>
              <a:rPr lang="en-US" sz="1350" b="1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Resolution: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Selected Kotlin/Jetpack and Retrofit stack.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1775" y="429949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6581775" y="491475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User-Related Gaps</a:t>
            </a:r>
            <a:endParaRPr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6581774" y="5476725"/>
            <a:ext cx="469582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Missing Target Audience description and Journey Mapping. Application now targets </a:t>
            </a:r>
            <a:r>
              <a:rPr lang="en-US" sz="1350" b="1" i="0" u="none" strike="noStrike" cap="none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Buea</a:t>
            </a:r>
            <a:r>
              <a:rPr lang="en-US" sz="1350" b="1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University community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specifically.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Inconsistencies &amp; Ambiguities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5524500" y="2734567"/>
            <a:ext cx="1143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295275" y="3058417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02. Requirement Prioritization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396329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Balancing importance and feasibility to build a Minimum Viable Product (MVP).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480625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High Importance + High Feasibility features are prioritized for the initial development sprint.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Requirement Priority Matrix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1000125" y="2682329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RF Metric Acquisition: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System must extract RSRP, RSRQ, SINR, and RSSI programmatically.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1000125" y="3469034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Geospatial Tagging: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Append GPS (lat, lon) and altitude to every measurement packet.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000125" y="4255740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Offline Persistence: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Local storage (Room/SQLite) to cache data during network blackouts.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810375" y="2682329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Secure Sync: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Automatic HTTPS/TLS transmission of batches when a stable connection is detected.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810375" y="3469034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Hole Analysis: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Backend processing to identify signal strength below the </a:t>
            </a: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-110 dB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threshold.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810375" y="4255740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Network Identity: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Mapping Cell ID and LAC to associate data with base stations.</a:t>
            </a:r>
            <a:endParaRPr/>
          </a:p>
        </p:txBody>
      </p:sp>
      <p:pic>
        <p:nvPicPr>
          <p:cNvPr id="189" name="Google Shape;18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042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0713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938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2720429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350713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1750" y="429384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Functional Requirements (FR)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762000" y="1074539"/>
            <a:ext cx="535066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Non-Functional Specs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71500" y="1074539"/>
            <a:ext cx="57150" cy="4857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1750814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Operating Standards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2388989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Power: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Sensing must not exceed 8% battery consumption per 24-hour cycle to avoid user uninstalls.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3280469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Reliability: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Utilizes Android Foreground Services to prevent OS kernel termination during background idle states.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417195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Accuracy: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GPS coordinates must be captured within 10m precision for valid coverage heatmap generation.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506343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Scalability: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Backend must support 10,000+ concurrent data streams via Kafka/SQS buffering.</a:t>
            </a:r>
            <a:endParaRPr/>
          </a:p>
        </p:txBody>
      </p:sp>
      <p:pic>
        <p:nvPicPr>
          <p:cNvPr id="209" name="Google Shape;20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/>
          <p:nvPr/>
        </p:nvSpPr>
        <p:spPr>
          <a:xfrm>
            <a:off x="5524500" y="2367855"/>
            <a:ext cx="1143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295275" y="2691705"/>
            <a:ext cx="11601450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03. Software Requirements Specification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433000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Final system architecture, data models, and stakeholder validation strategies.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3" name="Google Shape;223;p23"/>
          <p:cNvGraphicFramePr/>
          <p:nvPr/>
        </p:nvGraphicFramePr>
        <p:xfrm>
          <a:off x="571500" y="1885057"/>
          <a:ext cx="11048975" cy="3954625"/>
        </p:xfrm>
        <a:graphic>
          <a:graphicData uri="http://schemas.openxmlformats.org/drawingml/2006/table">
            <a:tbl>
              <a:tblPr firstRow="1" bandRow="1">
                <a:noFill/>
                <a:tableStyleId>{B72EFA65-6C28-450F-81F2-EF6CB43C8481}</a:tableStyleId>
              </a:tblPr>
              <a:tblGrid>
                <a:gridCol w="271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User Class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Core Functionality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 Interaction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1F5F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Field Tester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Collection Sessions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Collects RSRP, GPS, Throughput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1F5F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Operator Analyst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Analytics &amp; Reporting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Views Heatmaps and Hole Reports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1F5F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Privacy Officer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Compliance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Reviews Consent &amp; Deletion Requests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1F5F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Developer/QA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 Maintenance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API Integration &amp; Performance Tests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4" name="Google Shape;224;p23"/>
          <p:cNvSpPr/>
          <p:nvPr/>
        </p:nvSpPr>
        <p:spPr>
          <a:xfrm>
            <a:off x="571500" y="3426172"/>
            <a:ext cx="27134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71500" y="2761357"/>
            <a:ext cx="27134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71500" y="2761357"/>
            <a:ext cx="9525" cy="674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3284934" y="3426172"/>
            <a:ext cx="34092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3284934" y="2761357"/>
            <a:ext cx="34092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6694140" y="3426172"/>
            <a:ext cx="4926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6694140" y="2761357"/>
            <a:ext cx="4926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11610975" y="2761357"/>
            <a:ext cx="9525" cy="674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71500" y="4195762"/>
            <a:ext cx="27134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71500" y="3530947"/>
            <a:ext cx="27134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71500" y="3530947"/>
            <a:ext cx="9525" cy="674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3284934" y="4195762"/>
            <a:ext cx="34092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3284934" y="3530947"/>
            <a:ext cx="34092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6694140" y="4195762"/>
            <a:ext cx="4926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6694140" y="3530947"/>
            <a:ext cx="4926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11610975" y="3530947"/>
            <a:ext cx="9525" cy="674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4965352"/>
            <a:ext cx="27134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71500" y="4300537"/>
            <a:ext cx="27134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71500" y="4300537"/>
            <a:ext cx="9525" cy="674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3284934" y="4965352"/>
            <a:ext cx="34092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3284934" y="4300537"/>
            <a:ext cx="34092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6694140" y="4965352"/>
            <a:ext cx="4926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6694140" y="4300537"/>
            <a:ext cx="4926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11610975" y="4300537"/>
            <a:ext cx="9525" cy="674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71500" y="5734942"/>
            <a:ext cx="27134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71500" y="5070127"/>
            <a:ext cx="27134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1500" y="5070127"/>
            <a:ext cx="9525" cy="674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3284934" y="5734942"/>
            <a:ext cx="34092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3284934" y="5070127"/>
            <a:ext cx="34092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6694140" y="5734942"/>
            <a:ext cx="4926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6694140" y="5070127"/>
            <a:ext cx="4926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11610975" y="5070127"/>
            <a:ext cx="9525" cy="674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SRS System Overview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Microsoft Office PowerPoint</Application>
  <PresentationFormat>Widescreen</PresentationFormat>
  <Paragraphs>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Urbanist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rosy carver</dc:creator>
  <cp:lastModifiedBy>rosy</cp:lastModifiedBy>
  <cp:revision>1</cp:revision>
  <dcterms:modified xsi:type="dcterms:W3CDTF">2026-05-11T13:51:40Z</dcterms:modified>
</cp:coreProperties>
</file>